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0881360" cy="55778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202020"/>
                </a:solidFill>
                <a:latin typeface="Calibri"/>
              </a:rPr>
              <a:t>SmartCampus - Wireframes Livrable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09090"/>
                </a:solidFill>
                <a:latin typeface="Calibri"/>
              </a:rPr>
              <a:t>TD6 - Equipe 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2286000"/>
            <a:ext cx="10332720" cy="0"/>
          </a:xfrm>
          <a:prstGeom prst="line">
            <a:avLst/>
          </a:prstGeom>
          <a:ln w="9525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2560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Calibri"/>
              </a:rPr>
              <a:t>DESKTOP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Calibri"/>
              </a:rPr>
              <a:t>1.  Sommaire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8211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Calibri"/>
              </a:rPr>
              <a:t>2.  Connexion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3814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Calibri"/>
              </a:rPr>
              <a:t>3.  Inscription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94176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Calibri"/>
              </a:rPr>
              <a:t>4.  Accueil etudiant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5020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Calibri"/>
              </a:rPr>
              <a:t>5.  Inscription aux cours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0624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Calibri"/>
              </a:rPr>
              <a:t>6.  Notes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6227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Calibri"/>
              </a:rPr>
              <a:t>7.  Presences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1830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Calibri"/>
              </a:rPr>
              <a:t>8.  Messagerie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974336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Calibri"/>
              </a:rPr>
              <a:t>9.  Accueil enseignant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23036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Calibri"/>
              </a:rPr>
              <a:t>10. Saisie de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48640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Calibri"/>
              </a:rPr>
              <a:t>11. Saisie de presences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74243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Calibri"/>
              </a:rPr>
              <a:t>12. Gestion des salles (admin)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60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Calibri"/>
              </a:rPr>
              <a:t>MOBILE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2608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Calibri"/>
              </a:rPr>
              <a:t>13. Connexion (mobile)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18211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Calibri"/>
              </a:rPr>
              <a:t>14. Accueil etudiant (mobile)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43814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Calibri"/>
              </a:rPr>
              <a:t>15. Notes (mobile)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694176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Calibri"/>
              </a:rPr>
              <a:t>16. Presences (mobile)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95020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Calibri"/>
              </a:rPr>
              <a:t>17. Messagerie (mobile)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909090"/>
                </a:solidFill>
                <a:latin typeface="Calibri"/>
              </a:rPr>
              <a:t>Wireframe #2 - Connexion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64240" cy="6217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02020"/>
                </a:solidFill>
                <a:latin typeface="Calibri"/>
              </a:rPr>
              <a:t>LOGO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45720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71600" y="1371600"/>
            <a:ext cx="4572000" cy="4114800"/>
          </a:xfrm>
          <a:prstGeom prst="line">
            <a:avLst/>
          </a:prstGeom>
          <a:ln w="635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371600" y="1371600"/>
            <a:ext cx="4572000" cy="4114800"/>
          </a:xfrm>
          <a:prstGeom prst="line">
            <a:avLst/>
          </a:prstGeom>
          <a:ln w="635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371600" y="33192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909090"/>
                </a:solidFill>
                <a:latin typeface="Calibri"/>
              </a:rPr>
              <a:t>IMG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371600"/>
            <a:ext cx="36576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554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2020"/>
                </a:solidFill>
                <a:latin typeface="Calibri"/>
              </a:rPr>
              <a:t>Titre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2286000"/>
            <a:ext cx="3108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Champ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2834640"/>
            <a:ext cx="3108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Champ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0" y="352044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33488" y="349300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02020"/>
                </a:solidFill>
                <a:latin typeface="Calibri"/>
              </a:rPr>
              <a:t>Choix 1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0" y="352044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39328" y="349300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02020"/>
                </a:solidFill>
                <a:latin typeface="Calibri"/>
              </a:rPr>
              <a:t>Choix 2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0" y="352044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45168" y="349300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02020"/>
                </a:solidFill>
                <a:latin typeface="Calibri"/>
              </a:rPr>
              <a:t>Choix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4114800"/>
            <a:ext cx="3108960" cy="457200"/>
          </a:xfrm>
          <a:prstGeom prst="rect">
            <a:avLst/>
          </a:prstGeom>
          <a:solidFill>
            <a:srgbClr val="E5E5E5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909090"/>
                </a:solidFill>
                <a:latin typeface="Calibri"/>
              </a:rPr>
              <a:t>Lien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29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909090"/>
                </a:solidFill>
                <a:latin typeface="Calibri"/>
              </a:rPr>
              <a:t>Lien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126480"/>
            <a:ext cx="11064240" cy="0"/>
          </a:xfrm>
          <a:prstGeom prst="line">
            <a:avLst/>
          </a:prstGeom>
          <a:ln w="635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909090"/>
                </a:solidFill>
                <a:latin typeface="Calibri"/>
              </a:rPr>
              <a:t>Footer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909090"/>
                </a:solidFill>
                <a:latin typeface="Calibri"/>
              </a:rPr>
              <a:t>Wireframe #3 - Inscription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64240" cy="6217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02020"/>
                </a:solidFill>
                <a:latin typeface="Calibri"/>
              </a:rPr>
              <a:t>LOGO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909090"/>
                </a:solidFill>
                <a:latin typeface="Calibri"/>
              </a:rPr>
              <a:t>&lt; Retour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280160"/>
            <a:ext cx="66751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46304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2020"/>
                </a:solidFill>
                <a:latin typeface="Calibri"/>
              </a:rPr>
              <a:t>Titre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194560"/>
            <a:ext cx="3017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Champ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194560"/>
            <a:ext cx="3017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Champ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834640"/>
            <a:ext cx="3017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Champ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834640"/>
            <a:ext cx="3017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Champ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3474720"/>
            <a:ext cx="3017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Champ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474720"/>
            <a:ext cx="3017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Champ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4114800"/>
            <a:ext cx="3017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Champ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4114800"/>
            <a:ext cx="3017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Champ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5212080"/>
            <a:ext cx="3017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5212080"/>
            <a:ext cx="3017520" cy="457200"/>
          </a:xfrm>
          <a:prstGeom prst="rect">
            <a:avLst/>
          </a:prstGeom>
          <a:solidFill>
            <a:srgbClr val="E5E5E5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126480"/>
            <a:ext cx="11064240" cy="0"/>
          </a:xfrm>
          <a:prstGeom prst="line">
            <a:avLst/>
          </a:prstGeom>
          <a:ln w="635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909090"/>
                </a:solidFill>
                <a:latin typeface="Calibri"/>
              </a:rPr>
              <a:t>Footer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909090"/>
                </a:solidFill>
                <a:latin typeface="Calibri"/>
              </a:rPr>
              <a:t>Wireframe #4 - Accueil etudiant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64240" cy="6217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02020"/>
                </a:solidFill>
                <a:latin typeface="Calibri"/>
              </a:rPr>
              <a:t>LOGO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10" name="Oval 9"/>
          <p:cNvSpPr/>
          <p:nvPr/>
        </p:nvSpPr>
        <p:spPr>
          <a:xfrm>
            <a:off x="10881360" y="502920"/>
            <a:ext cx="411480" cy="4114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960120"/>
            <a:ext cx="2011680" cy="57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1887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160020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16916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210312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21945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260604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2697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310896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3200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361188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37033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126480"/>
            <a:ext cx="11064240" cy="0"/>
          </a:xfrm>
          <a:prstGeom prst="line">
            <a:avLst/>
          </a:prstGeom>
          <a:ln w="635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909090"/>
                </a:solidFill>
                <a:latin typeface="Calibri"/>
              </a:rPr>
              <a:t>Footer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118872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02020"/>
                </a:solidFill>
                <a:latin typeface="Calibri"/>
              </a:rPr>
              <a:t>Titre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828800"/>
            <a:ext cx="2011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1828800"/>
            <a:ext cx="2011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1828800"/>
            <a:ext cx="2011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1828800"/>
            <a:ext cx="2011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3291840"/>
            <a:ext cx="42976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 liste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3291840"/>
            <a:ext cx="42976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 liste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909090"/>
                </a:solidFill>
                <a:latin typeface="Calibri"/>
              </a:rPr>
              <a:t>Wireframe #5 - Inscription aux cours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64240" cy="6217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02020"/>
                </a:solidFill>
                <a:latin typeface="Calibri"/>
              </a:rPr>
              <a:t>LOGO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10" name="Oval 9"/>
          <p:cNvSpPr/>
          <p:nvPr/>
        </p:nvSpPr>
        <p:spPr>
          <a:xfrm>
            <a:off x="10881360" y="502920"/>
            <a:ext cx="411480" cy="4114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960120"/>
            <a:ext cx="2011680" cy="57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1887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160020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16916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210312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21945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260604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2697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310896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3200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361188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37033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126480"/>
            <a:ext cx="11064240" cy="0"/>
          </a:xfrm>
          <a:prstGeom prst="line">
            <a:avLst/>
          </a:prstGeom>
          <a:ln w="635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909090"/>
                </a:solidFill>
                <a:latin typeface="Calibri"/>
              </a:rPr>
              <a:t>Footer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118872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02020"/>
                </a:solidFill>
                <a:latin typeface="Calibri"/>
              </a:rPr>
              <a:t>Titre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828800"/>
            <a:ext cx="4572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Champ recherche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1828800"/>
            <a:ext cx="16459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Filtre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20" y="1828800"/>
            <a:ext cx="16459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Filtre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07040" y="1828800"/>
            <a:ext cx="640080" cy="365760"/>
          </a:xfrm>
          <a:prstGeom prst="rect">
            <a:avLst/>
          </a:prstGeom>
          <a:solidFill>
            <a:srgbClr val="E5E5E5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OK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2377440"/>
            <a:ext cx="87782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2468880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090"/>
                </a:solidFill>
                <a:latin typeface="Calibri"/>
              </a:rPr>
              <a:t>Tableau (liste des cours)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743200" y="2834640"/>
            <a:ext cx="8778240" cy="0"/>
          </a:xfrm>
          <a:prstGeom prst="line">
            <a:avLst/>
          </a:prstGeom>
          <a:ln w="635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926080" y="288036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09090"/>
                </a:solidFill>
                <a:latin typeface="Calibri"/>
              </a:rPr>
              <a:t>Ligne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0" y="2926080"/>
            <a:ext cx="12801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743200" y="3337560"/>
            <a:ext cx="877824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26080" y="338328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09090"/>
                </a:solidFill>
                <a:latin typeface="Calibri"/>
              </a:rPr>
              <a:t>Ligne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0" y="3429000"/>
            <a:ext cx="12801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743200" y="3840480"/>
            <a:ext cx="877824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26080" y="388620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09090"/>
                </a:solidFill>
                <a:latin typeface="Calibri"/>
              </a:rPr>
              <a:t>Ligne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0" y="3931920"/>
            <a:ext cx="12801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743200" y="4343400"/>
            <a:ext cx="877824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26080" y="43891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09090"/>
                </a:solidFill>
                <a:latin typeface="Calibri"/>
              </a:rPr>
              <a:t>Ligne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58400" y="4434840"/>
            <a:ext cx="12801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743200" y="4846320"/>
            <a:ext cx="877824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926080" y="489204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09090"/>
                </a:solidFill>
                <a:latin typeface="Calibri"/>
              </a:rPr>
              <a:t>Ligne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58400" y="4937760"/>
            <a:ext cx="12801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900" b="0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909090"/>
                </a:solidFill>
                <a:latin typeface="Calibri"/>
              </a:rPr>
              <a:t>Wireframe #6 - Notes / Bulletin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64240" cy="6217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02020"/>
                </a:solidFill>
                <a:latin typeface="Calibri"/>
              </a:rPr>
              <a:t>LOGO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10" name="Oval 9"/>
          <p:cNvSpPr/>
          <p:nvPr/>
        </p:nvSpPr>
        <p:spPr>
          <a:xfrm>
            <a:off x="10881360" y="502920"/>
            <a:ext cx="411480" cy="4114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960120"/>
            <a:ext cx="2011680" cy="57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1887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160020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16916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210312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21945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260604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2697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310896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3200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361188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37033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126480"/>
            <a:ext cx="11064240" cy="0"/>
          </a:xfrm>
          <a:prstGeom prst="line">
            <a:avLst/>
          </a:prstGeom>
          <a:ln w="635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909090"/>
                </a:solidFill>
                <a:latin typeface="Calibri"/>
              </a:rPr>
              <a:t>Footer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11887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02020"/>
                </a:solidFill>
                <a:latin typeface="Calibri"/>
              </a:rPr>
              <a:t>Titre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1234440"/>
            <a:ext cx="2286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Filtre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1828800"/>
            <a:ext cx="86868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 resume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2651760"/>
            <a:ext cx="86868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2743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090"/>
                </a:solidFill>
                <a:latin typeface="Calibri"/>
              </a:rPr>
              <a:t>Tableau (notes par cours)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743200" y="3108960"/>
            <a:ext cx="8686800" cy="0"/>
          </a:xfrm>
          <a:prstGeom prst="line">
            <a:avLst/>
          </a:prstGeom>
          <a:ln w="635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743200" y="3611880"/>
            <a:ext cx="868680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743200" y="4114800"/>
            <a:ext cx="868680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743200" y="4617720"/>
            <a:ext cx="868680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743200" y="5120640"/>
            <a:ext cx="868680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743200" y="5989320"/>
            <a:ext cx="16459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5989320"/>
            <a:ext cx="16459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909090"/>
                </a:solidFill>
                <a:latin typeface="Calibri"/>
              </a:rPr>
              <a:t>Wireframe #7 - Presences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64240" cy="6217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02020"/>
                </a:solidFill>
                <a:latin typeface="Calibri"/>
              </a:rPr>
              <a:t>LOGO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10" name="Oval 9"/>
          <p:cNvSpPr/>
          <p:nvPr/>
        </p:nvSpPr>
        <p:spPr>
          <a:xfrm>
            <a:off x="10881360" y="502920"/>
            <a:ext cx="411480" cy="4114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960120"/>
            <a:ext cx="2011680" cy="57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1887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160020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16916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210312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21945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260604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2697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310896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3200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361188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37033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126480"/>
            <a:ext cx="11064240" cy="0"/>
          </a:xfrm>
          <a:prstGeom prst="line">
            <a:avLst/>
          </a:prstGeom>
          <a:ln w="635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909090"/>
                </a:solidFill>
                <a:latin typeface="Calibri"/>
              </a:rPr>
              <a:t>Footer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11887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02020"/>
                </a:solidFill>
                <a:latin typeface="Calibri"/>
              </a:rPr>
              <a:t>Titre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1234440"/>
            <a:ext cx="2286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Filtre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1828800"/>
            <a:ext cx="20116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1828800"/>
            <a:ext cx="20116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1828800"/>
            <a:ext cx="20116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1828800"/>
            <a:ext cx="20116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200400"/>
            <a:ext cx="86868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29184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090"/>
                </a:solidFill>
                <a:latin typeface="Calibri"/>
              </a:rPr>
              <a:t>Tableau (seances)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743200" y="3657600"/>
            <a:ext cx="8686800" cy="0"/>
          </a:xfrm>
          <a:prstGeom prst="line">
            <a:avLst/>
          </a:prstGeom>
          <a:ln w="635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743200" y="4206240"/>
            <a:ext cx="868680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743200" y="4754880"/>
            <a:ext cx="868680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743200" y="5303520"/>
            <a:ext cx="868680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909090"/>
                </a:solidFill>
                <a:latin typeface="Calibri"/>
              </a:rPr>
              <a:t>Wireframe #8 - Messagerie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64240" cy="6217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02020"/>
                </a:solidFill>
                <a:latin typeface="Calibri"/>
              </a:rPr>
              <a:t>LOGO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10" name="Oval 9"/>
          <p:cNvSpPr/>
          <p:nvPr/>
        </p:nvSpPr>
        <p:spPr>
          <a:xfrm>
            <a:off x="10881360" y="502920"/>
            <a:ext cx="411480" cy="4114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960120"/>
            <a:ext cx="2011680" cy="57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1887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160020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16916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210312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21945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260604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2697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310896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3200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361188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37033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126480"/>
            <a:ext cx="11064240" cy="0"/>
          </a:xfrm>
          <a:prstGeom prst="line">
            <a:avLst/>
          </a:prstGeom>
          <a:ln w="635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909090"/>
                </a:solidFill>
                <a:latin typeface="Calibri"/>
              </a:rPr>
              <a:t>Footer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11887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02020"/>
                </a:solidFill>
                <a:latin typeface="Calibri"/>
              </a:rPr>
              <a:t>Titre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1234440"/>
            <a:ext cx="1828800" cy="365760"/>
          </a:xfrm>
          <a:prstGeom prst="rect">
            <a:avLst/>
          </a:prstGeom>
          <a:solidFill>
            <a:srgbClr val="E5E5E5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1828800"/>
            <a:ext cx="1828800" cy="365760"/>
          </a:xfrm>
          <a:prstGeom prst="rect">
            <a:avLst/>
          </a:prstGeom>
          <a:solidFill>
            <a:srgbClr val="E5E5E5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Onglet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182880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Onglet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228600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3774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090"/>
                </a:solidFill>
                <a:latin typeface="Calibri"/>
              </a:rPr>
              <a:t>Liste messages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278892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09090"/>
                </a:solidFill>
                <a:latin typeface="Calibri"/>
              </a:rPr>
              <a:t>Item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834640" y="3337560"/>
            <a:ext cx="347472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926080" y="338328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09090"/>
                </a:solidFill>
                <a:latin typeface="Calibri"/>
              </a:rPr>
              <a:t>Item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834640" y="3931920"/>
            <a:ext cx="347472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926080" y="397764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09090"/>
                </a:solidFill>
                <a:latin typeface="Calibri"/>
              </a:rPr>
              <a:t>Item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834640" y="4526280"/>
            <a:ext cx="347472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26080" y="457200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09090"/>
                </a:solidFill>
                <a:latin typeface="Calibri"/>
              </a:rPr>
              <a:t>Item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834640" y="5120640"/>
            <a:ext cx="347472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26080" y="516636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09090"/>
                </a:solidFill>
                <a:latin typeface="Calibri"/>
              </a:rPr>
              <a:t>Item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2286000"/>
            <a:ext cx="48463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23774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090"/>
                </a:solidFill>
                <a:latin typeface="Calibri"/>
              </a:rPr>
              <a:t>Detail message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6560" y="5394960"/>
            <a:ext cx="10972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5280" y="5394960"/>
            <a:ext cx="10972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5394960"/>
            <a:ext cx="10972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909090"/>
                </a:solidFill>
                <a:latin typeface="Calibri"/>
              </a:rPr>
              <a:t>Wireframe #9 - Accueil enseignant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64240" cy="6217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02020"/>
                </a:solidFill>
                <a:latin typeface="Calibri"/>
              </a:rPr>
              <a:t>LOGO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10" name="Oval 9"/>
          <p:cNvSpPr/>
          <p:nvPr/>
        </p:nvSpPr>
        <p:spPr>
          <a:xfrm>
            <a:off x="10881360" y="502920"/>
            <a:ext cx="411480" cy="4114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960120"/>
            <a:ext cx="2011680" cy="57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1887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160020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16916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210312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21945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260604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2697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310896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3200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361188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37033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126480"/>
            <a:ext cx="11064240" cy="0"/>
          </a:xfrm>
          <a:prstGeom prst="line">
            <a:avLst/>
          </a:prstGeom>
          <a:ln w="635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909090"/>
                </a:solidFill>
                <a:latin typeface="Calibri"/>
              </a:rPr>
              <a:t>Footer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118872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02020"/>
                </a:solidFill>
                <a:latin typeface="Calibri"/>
              </a:rPr>
              <a:t>Titre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828800"/>
            <a:ext cx="2011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1828800"/>
            <a:ext cx="2011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1828800"/>
            <a:ext cx="2011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1828800"/>
            <a:ext cx="2011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3291840"/>
            <a:ext cx="42976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 liste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3291840"/>
            <a:ext cx="42976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 liste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909090"/>
                </a:solidFill>
                <a:latin typeface="Calibri"/>
              </a:rPr>
              <a:t>Wireframe #10 - Saisie de notes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64240" cy="6217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02020"/>
                </a:solidFill>
                <a:latin typeface="Calibri"/>
              </a:rPr>
              <a:t>LOGO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10" name="Oval 9"/>
          <p:cNvSpPr/>
          <p:nvPr/>
        </p:nvSpPr>
        <p:spPr>
          <a:xfrm>
            <a:off x="10881360" y="502920"/>
            <a:ext cx="411480" cy="4114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960120"/>
            <a:ext cx="2011680" cy="57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1887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160020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16916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210312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21945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260604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2697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310896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3200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361188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37033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126480"/>
            <a:ext cx="11064240" cy="0"/>
          </a:xfrm>
          <a:prstGeom prst="line">
            <a:avLst/>
          </a:prstGeom>
          <a:ln w="635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909090"/>
                </a:solidFill>
                <a:latin typeface="Calibri"/>
              </a:rPr>
              <a:t>Footer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118872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02020"/>
                </a:solidFill>
                <a:latin typeface="Calibri"/>
              </a:rPr>
              <a:t>Titre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82880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Filtre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182880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Filtre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1828800"/>
            <a:ext cx="1828800" cy="365760"/>
          </a:xfrm>
          <a:prstGeom prst="rect">
            <a:avLst/>
          </a:prstGeom>
          <a:solidFill>
            <a:srgbClr val="E5E5E5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2377440"/>
            <a:ext cx="86868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46888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090"/>
                </a:solidFill>
                <a:latin typeface="Calibri"/>
              </a:rPr>
              <a:t>Tableau (saisie notes)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43200" y="2834640"/>
            <a:ext cx="8686800" cy="0"/>
          </a:xfrm>
          <a:prstGeom prst="line">
            <a:avLst/>
          </a:prstGeom>
          <a:ln w="635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743200" y="3383280"/>
            <a:ext cx="868680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743200" y="3931920"/>
            <a:ext cx="868680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743200" y="4480560"/>
            <a:ext cx="868680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743200" y="5029200"/>
            <a:ext cx="868680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743200" y="5989320"/>
            <a:ext cx="16459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5989320"/>
            <a:ext cx="1645920" cy="365760"/>
          </a:xfrm>
          <a:prstGeom prst="rect">
            <a:avLst/>
          </a:prstGeom>
          <a:solidFill>
            <a:srgbClr val="E5E5E5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909090"/>
                </a:solidFill>
                <a:latin typeface="Calibri"/>
              </a:rPr>
              <a:t>Wireframe #11 - Saisie de presences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64240" cy="6217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02020"/>
                </a:solidFill>
                <a:latin typeface="Calibri"/>
              </a:rPr>
              <a:t>LOGO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10" name="Oval 9"/>
          <p:cNvSpPr/>
          <p:nvPr/>
        </p:nvSpPr>
        <p:spPr>
          <a:xfrm>
            <a:off x="10881360" y="502920"/>
            <a:ext cx="411480" cy="4114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960120"/>
            <a:ext cx="2011680" cy="57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1887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160020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16916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210312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21945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260604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2697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310896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3200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361188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37033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126480"/>
            <a:ext cx="11064240" cy="0"/>
          </a:xfrm>
          <a:prstGeom prst="line">
            <a:avLst/>
          </a:prstGeom>
          <a:ln w="635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909090"/>
                </a:solidFill>
                <a:latin typeface="Calibri"/>
              </a:rPr>
              <a:t>Footer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118872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02020"/>
                </a:solidFill>
                <a:latin typeface="Calibri"/>
              </a:rPr>
              <a:t>Titre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828800"/>
            <a:ext cx="86868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 info seance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2560320"/>
            <a:ext cx="86868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265176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090"/>
                </a:solidFill>
                <a:latin typeface="Calibri"/>
              </a:rPr>
              <a:t>Tableau (liste etudiants + radios)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743200" y="3017520"/>
            <a:ext cx="8686800" cy="0"/>
          </a:xfrm>
          <a:prstGeom prst="line">
            <a:avLst/>
          </a:prstGeom>
          <a:ln w="635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743200" y="3520440"/>
            <a:ext cx="868680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743200" y="4023360"/>
            <a:ext cx="868680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743200" y="4526280"/>
            <a:ext cx="868680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743200" y="5029200"/>
            <a:ext cx="868680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743200" y="5989320"/>
            <a:ext cx="16459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0" y="5989320"/>
            <a:ext cx="1645920" cy="365760"/>
          </a:xfrm>
          <a:prstGeom prst="rect">
            <a:avLst/>
          </a:prstGeom>
          <a:solidFill>
            <a:srgbClr val="E5E5E5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909090"/>
                </a:solidFill>
                <a:latin typeface="Calibri"/>
              </a:rPr>
              <a:t>Wireframe #12 - Gestion des salles (admin)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64240" cy="6217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02020"/>
                </a:solidFill>
                <a:latin typeface="Calibri"/>
              </a:rPr>
              <a:t>LOGO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57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Menu</a:t>
            </a:r>
          </a:p>
        </p:txBody>
      </p:sp>
      <p:sp>
        <p:nvSpPr>
          <p:cNvPr id="10" name="Oval 9"/>
          <p:cNvSpPr/>
          <p:nvPr/>
        </p:nvSpPr>
        <p:spPr>
          <a:xfrm>
            <a:off x="10881360" y="502920"/>
            <a:ext cx="411480" cy="4114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960120"/>
            <a:ext cx="2011680" cy="57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1887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160020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16916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210312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21945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260604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2697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310896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3200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3611880"/>
            <a:ext cx="1645920" cy="0"/>
          </a:xfrm>
          <a:prstGeom prst="line">
            <a:avLst/>
          </a:prstGeom>
          <a:ln w="508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37033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126480"/>
            <a:ext cx="11064240" cy="0"/>
          </a:xfrm>
          <a:prstGeom prst="line">
            <a:avLst/>
          </a:prstGeom>
          <a:ln w="635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909090"/>
                </a:solidFill>
                <a:latin typeface="Calibri"/>
              </a:rPr>
              <a:t>Footer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11887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02020"/>
                </a:solidFill>
                <a:latin typeface="Calibri"/>
              </a:rPr>
              <a:t>Titre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1234440"/>
            <a:ext cx="1828800" cy="365760"/>
          </a:xfrm>
          <a:prstGeom prst="rect">
            <a:avLst/>
          </a:prstGeom>
          <a:solidFill>
            <a:srgbClr val="E5E5E5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1828800"/>
            <a:ext cx="3657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Champ recherche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1828800"/>
            <a:ext cx="15544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Filtre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1828800"/>
            <a:ext cx="15544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Filtre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0" y="1828800"/>
            <a:ext cx="1371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Filtre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2377440"/>
            <a:ext cx="86868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246888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090"/>
                </a:solidFill>
                <a:latin typeface="Calibri"/>
              </a:rPr>
              <a:t>Tableau (salles)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743200" y="2834640"/>
            <a:ext cx="8686800" cy="0"/>
          </a:xfrm>
          <a:prstGeom prst="line">
            <a:avLst/>
          </a:prstGeom>
          <a:ln w="635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743200" y="3383280"/>
            <a:ext cx="868680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743200" y="3931920"/>
            <a:ext cx="868680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743200" y="4480560"/>
            <a:ext cx="868680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743200" y="5029200"/>
            <a:ext cx="868680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743200" y="59893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909090"/>
                </a:solidFill>
                <a:latin typeface="Calibri"/>
              </a:rPr>
              <a:t>Pagination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909090"/>
                </a:solidFill>
                <a:latin typeface="Calibri"/>
              </a:rPr>
              <a:t>Wireframe #13 - Connexion (mobile)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45920" y="822960"/>
            <a:ext cx="274320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645920" y="10058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LOGO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1371600"/>
            <a:ext cx="18288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03120" y="1371600"/>
            <a:ext cx="1828800" cy="1188720"/>
          </a:xfrm>
          <a:prstGeom prst="line">
            <a:avLst/>
          </a:prstGeom>
          <a:ln w="635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2103120" y="1371600"/>
            <a:ext cx="1828800" cy="1188720"/>
          </a:xfrm>
          <a:prstGeom prst="line">
            <a:avLst/>
          </a:prstGeom>
          <a:ln w="635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03120" y="18562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909090"/>
                </a:solidFill>
                <a:latin typeface="Calibri"/>
              </a:rPr>
              <a:t>IMG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2834640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Champ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3291840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Champ</a:t>
            </a:r>
          </a:p>
        </p:txBody>
      </p:sp>
      <p:sp>
        <p:nvSpPr>
          <p:cNvPr id="11" name="Oval 10"/>
          <p:cNvSpPr/>
          <p:nvPr/>
        </p:nvSpPr>
        <p:spPr>
          <a:xfrm>
            <a:off x="2011680" y="384048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212848" y="381304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Calibri"/>
              </a:rPr>
              <a:t>Choix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0" y="384048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44368" y="381304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Calibri"/>
              </a:rPr>
              <a:t>Choix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0" y="384048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675888" y="381304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Calibri"/>
              </a:rPr>
              <a:t>Choix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4297680"/>
            <a:ext cx="2194560" cy="411480"/>
          </a:xfrm>
          <a:prstGeom prst="rect">
            <a:avLst/>
          </a:prstGeom>
          <a:solidFill>
            <a:srgbClr val="E5E5E5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84632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Lien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07492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Lien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090"/>
                </a:solidFill>
                <a:latin typeface="Calibri"/>
              </a:rPr>
              <a:t>Connexion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822960"/>
            <a:ext cx="274320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754880" y="10058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Titre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1554480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Champ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2057400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Champ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2560320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Champ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3063240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Champ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3566160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Champ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4206240"/>
            <a:ext cx="2194560" cy="411480"/>
          </a:xfrm>
          <a:prstGeom prst="rect">
            <a:avLst/>
          </a:prstGeom>
          <a:solidFill>
            <a:srgbClr val="E5E5E5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090"/>
                </a:solidFill>
                <a:latin typeface="Calibri"/>
              </a:rPr>
              <a:t>Inscription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822960"/>
            <a:ext cx="274320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63840" y="10058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Titre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1554480"/>
            <a:ext cx="21945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 texte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2286000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Champ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2743200"/>
            <a:ext cx="2194560" cy="411480"/>
          </a:xfrm>
          <a:prstGeom prst="rect">
            <a:avLst/>
          </a:prstGeom>
          <a:solidFill>
            <a:srgbClr val="E5E5E5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090"/>
                </a:solidFill>
                <a:latin typeface="Calibri"/>
              </a:rPr>
              <a:t>Mot de passe oublie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909090"/>
                </a:solidFill>
                <a:latin typeface="Calibri"/>
              </a:rPr>
              <a:t>Wireframe #14 - Accueil etudiant (mobile)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45920" y="822960"/>
            <a:ext cx="274320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737360" y="1005840"/>
            <a:ext cx="25603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005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Calibri"/>
              </a:rPr>
              <a:t>=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005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02020"/>
                </a:solidFill>
                <a:latin typeface="Calibri"/>
              </a:rPr>
              <a:t>Titre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55448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55448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233172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233172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3246120"/>
            <a:ext cx="21945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 liste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5852160"/>
            <a:ext cx="25603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852160"/>
            <a:ext cx="512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Tab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9424" y="5852160"/>
            <a:ext cx="512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Tab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5852160"/>
            <a:ext cx="512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Tab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5852160"/>
            <a:ext cx="512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Tab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5616" y="5852160"/>
            <a:ext cx="512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Tab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090"/>
                </a:solidFill>
                <a:latin typeface="Calibri"/>
              </a:rPr>
              <a:t>Accueil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822960"/>
            <a:ext cx="274320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846320" y="1005840"/>
            <a:ext cx="25603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005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Calibri"/>
              </a:rPr>
              <a:t>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1005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02020"/>
                </a:solidFill>
                <a:latin typeface="Calibri"/>
              </a:rPr>
              <a:t>Titre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1463040"/>
            <a:ext cx="256032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24" name="Oval 23"/>
          <p:cNvSpPr/>
          <p:nvPr/>
        </p:nvSpPr>
        <p:spPr>
          <a:xfrm>
            <a:off x="5029200" y="1600200"/>
            <a:ext cx="36576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532120" y="1600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/>
              </a:rPr>
              <a:t>Profil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1945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0" y="2514600"/>
            <a:ext cx="219456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0" y="2560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29200" y="2880360"/>
            <a:ext cx="219456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029200" y="29260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0" y="3246120"/>
            <a:ext cx="219456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29200" y="32918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0" y="3611880"/>
            <a:ext cx="219456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0" y="36576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29200" y="3977640"/>
            <a:ext cx="219456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0" y="40233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0" y="4343400"/>
            <a:ext cx="2194560" cy="0"/>
          </a:xfrm>
          <a:prstGeom prst="line">
            <a:avLst/>
          </a:prstGeom>
          <a:ln w="3810">
            <a:solidFill>
              <a:srgbClr val="909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29200" y="43891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02020"/>
                </a:solidFill>
                <a:latin typeface="Calibri"/>
              </a:rPr>
              <a:t>Lien menu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090"/>
                </a:solidFill>
                <a:latin typeface="Calibri"/>
              </a:rPr>
              <a:t>Menu lateral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63840" y="822960"/>
            <a:ext cx="274320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7955280" y="1005840"/>
            <a:ext cx="25603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1005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Calibri"/>
              </a:rPr>
              <a:t>=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0" y="1005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02020"/>
                </a:solidFill>
                <a:latin typeface="Calibri"/>
              </a:rPr>
              <a:t>Titre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150876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Notification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46720" y="214884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Notification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278892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Notification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46720" y="342900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Notification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406908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Notification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55280" y="5852160"/>
            <a:ext cx="25603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80" y="5852160"/>
            <a:ext cx="512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Tab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67344" y="5852160"/>
            <a:ext cx="512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Tab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79408" y="5852160"/>
            <a:ext cx="512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Tab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91472" y="5852160"/>
            <a:ext cx="512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Tab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03536" y="5852160"/>
            <a:ext cx="512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Tab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090"/>
                </a:solidFill>
                <a:latin typeface="Calibri"/>
              </a:rPr>
              <a:t>Notifications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909090"/>
                </a:solidFill>
                <a:latin typeface="Calibri"/>
              </a:rPr>
              <a:t>Wireframe #15 - Notes (mobile)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45920" y="822960"/>
            <a:ext cx="274320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737360" y="1005840"/>
            <a:ext cx="25603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005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Calibri"/>
              </a:rPr>
              <a:t>=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005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02020"/>
                </a:solidFill>
                <a:latin typeface="Calibri"/>
              </a:rPr>
              <a:t>Titre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463040"/>
            <a:ext cx="23774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Filtre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920240"/>
            <a:ext cx="2377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 resume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697480"/>
            <a:ext cx="23774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Ligne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3200400"/>
            <a:ext cx="23774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Ligne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703320"/>
            <a:ext cx="23774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Ligne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4206240"/>
            <a:ext cx="23774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Ligne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4709160"/>
            <a:ext cx="23774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Ligne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5852160"/>
            <a:ext cx="25603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852160"/>
            <a:ext cx="512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Tab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9424" y="5852160"/>
            <a:ext cx="512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Tab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5852160"/>
            <a:ext cx="512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Tab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3552" y="5852160"/>
            <a:ext cx="512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Tab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5616" y="5852160"/>
            <a:ext cx="512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Tab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090"/>
                </a:solidFill>
                <a:latin typeface="Calibri"/>
              </a:rPr>
              <a:t>Liste matieres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822960"/>
            <a:ext cx="274320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846320" y="1005840"/>
            <a:ext cx="25603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1005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Calibri"/>
              </a:rPr>
              <a:t>=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1005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02020"/>
                </a:solidFill>
                <a:latin typeface="Calibri"/>
              </a:rPr>
              <a:t>Titre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1463040"/>
            <a:ext cx="2377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 resume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224028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 note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288036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 note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352044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 note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0" y="416052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 note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4937760"/>
            <a:ext cx="2377440" cy="411480"/>
          </a:xfrm>
          <a:prstGeom prst="rect">
            <a:avLst/>
          </a:prstGeom>
          <a:solidFill>
            <a:srgbClr val="E5E5E5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090"/>
                </a:solidFill>
                <a:latin typeface="Calibri"/>
              </a:rPr>
              <a:t>Detail matiere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822960"/>
            <a:ext cx="274320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955280" y="1005840"/>
            <a:ext cx="25603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1005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Calibri"/>
              </a:rPr>
              <a:t>=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1005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02020"/>
                </a:solidFill>
                <a:latin typeface="Calibri"/>
              </a:rPr>
              <a:t>Titre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1554480"/>
            <a:ext cx="201168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29600" y="1554480"/>
            <a:ext cx="2011680" cy="2560320"/>
          </a:xfrm>
          <a:prstGeom prst="line">
            <a:avLst/>
          </a:prstGeom>
          <a:ln w="635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8229600" y="1554480"/>
            <a:ext cx="2011680" cy="2560320"/>
          </a:xfrm>
          <a:prstGeom prst="line">
            <a:avLst/>
          </a:prstGeom>
          <a:ln w="635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229600" y="272491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909090"/>
                </a:solidFill>
                <a:latin typeface="Calibri"/>
              </a:rPr>
              <a:t>Apercu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4297680"/>
            <a:ext cx="2377440" cy="411480"/>
          </a:xfrm>
          <a:prstGeom prst="rect">
            <a:avLst/>
          </a:prstGeom>
          <a:solidFill>
            <a:srgbClr val="E5E5E5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20" y="4846320"/>
            <a:ext cx="23774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0" y="5394960"/>
            <a:ext cx="23774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090"/>
                </a:solidFill>
                <a:latin typeface="Calibri"/>
              </a:rPr>
              <a:t>Bulletin PDF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909090"/>
                </a:solidFill>
                <a:latin typeface="Calibri"/>
              </a:rPr>
              <a:t>Wireframe #16 - Presences (mobile)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45920" y="822960"/>
            <a:ext cx="274320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737360" y="1005840"/>
            <a:ext cx="25603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005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Calibri"/>
              </a:rPr>
              <a:t>=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005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02020"/>
                </a:solidFill>
                <a:latin typeface="Calibri"/>
              </a:rPr>
              <a:t>Titre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55448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 matiere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14884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 matiere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74320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 matiere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333756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 matiere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93192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 matiere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5852160"/>
            <a:ext cx="25603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852160"/>
            <a:ext cx="512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Tab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9424" y="5852160"/>
            <a:ext cx="512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Tab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5852160"/>
            <a:ext cx="512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Tab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5852160"/>
            <a:ext cx="512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Tab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5616" y="5852160"/>
            <a:ext cx="512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Tab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090"/>
                </a:solidFill>
                <a:latin typeface="Calibri"/>
              </a:rPr>
              <a:t>Vue par matiere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822960"/>
            <a:ext cx="274320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846320" y="1005840"/>
            <a:ext cx="25603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005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Calibri"/>
              </a:rPr>
              <a:t>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1005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02020"/>
                </a:solidFill>
                <a:latin typeface="Calibri"/>
              </a:rPr>
              <a:t>Titre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1463040"/>
            <a:ext cx="2377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 resume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2240280"/>
            <a:ext cx="23774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Ligne seance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2697480"/>
            <a:ext cx="23774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Ligne seance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3154680"/>
            <a:ext cx="23774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Ligne seance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3611880"/>
            <a:ext cx="23774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Ligne seance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4069080"/>
            <a:ext cx="23774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Ligne seance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090"/>
                </a:solidFill>
                <a:latin typeface="Calibri"/>
              </a:rPr>
              <a:t>Detail seances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822960"/>
            <a:ext cx="274320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955280" y="1005840"/>
            <a:ext cx="25603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1005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Calibri"/>
              </a:rPr>
              <a:t>=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0" y="1005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02020"/>
                </a:solidFill>
                <a:latin typeface="Calibri"/>
              </a:rPr>
              <a:t>Titre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1463040"/>
            <a:ext cx="2377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Bloc info seance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2240280"/>
            <a:ext cx="23774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Filtre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2697480"/>
            <a:ext cx="2377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Champ texte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3886200"/>
            <a:ext cx="23774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4343400"/>
            <a:ext cx="2377440" cy="411480"/>
          </a:xfrm>
          <a:prstGeom prst="rect">
            <a:avLst/>
          </a:prstGeom>
          <a:solidFill>
            <a:srgbClr val="E5E5E5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090"/>
                </a:solidFill>
                <a:latin typeface="Calibri"/>
              </a:rPr>
              <a:t>Justifier absence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909090"/>
                </a:solidFill>
                <a:latin typeface="Calibri"/>
              </a:rPr>
              <a:t>Wireframe #17 - Messagerie (mobile)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45920" y="822960"/>
            <a:ext cx="274320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737360" y="1005840"/>
            <a:ext cx="25603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005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Calibri"/>
              </a:rPr>
              <a:t>=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005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02020"/>
                </a:solidFill>
                <a:latin typeface="Calibri"/>
              </a:rPr>
              <a:t>Titre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463040"/>
            <a:ext cx="2377440" cy="365760"/>
          </a:xfrm>
          <a:prstGeom prst="rect">
            <a:avLst/>
          </a:prstGeom>
          <a:solidFill>
            <a:srgbClr val="E5E5E5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965960"/>
            <a:ext cx="2377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Item message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606040"/>
            <a:ext cx="2377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Item message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3246120"/>
            <a:ext cx="2377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Item message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886200"/>
            <a:ext cx="2377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Item message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4526280"/>
            <a:ext cx="2377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Item message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5852160"/>
            <a:ext cx="25603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5852160"/>
            <a:ext cx="512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Tab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9424" y="5852160"/>
            <a:ext cx="512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Tab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5852160"/>
            <a:ext cx="512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Tab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5852160"/>
            <a:ext cx="512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Tab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5616" y="5852160"/>
            <a:ext cx="512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09090"/>
                </a:solidFill>
                <a:latin typeface="Calibri"/>
              </a:rPr>
              <a:t>Tab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090"/>
                </a:solidFill>
                <a:latin typeface="Calibri"/>
              </a:rPr>
              <a:t>Boite de reception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822960"/>
            <a:ext cx="274320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846320" y="1005840"/>
            <a:ext cx="25603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1005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Calibri"/>
              </a:rPr>
              <a:t>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1005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02020"/>
                </a:solidFill>
                <a:latin typeface="Calibri"/>
              </a:rPr>
              <a:t>Titre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1554480"/>
            <a:ext cx="16459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Bulle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2331720"/>
            <a:ext cx="1645920" cy="548640"/>
          </a:xfrm>
          <a:prstGeom prst="rect">
            <a:avLst/>
          </a:prstGeom>
          <a:solidFill>
            <a:srgbClr val="E5E5E5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Bulle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3108960"/>
            <a:ext cx="16459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Bulle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3886200"/>
            <a:ext cx="1645920" cy="548640"/>
          </a:xfrm>
          <a:prstGeom prst="rect">
            <a:avLst/>
          </a:prstGeom>
          <a:solidFill>
            <a:srgbClr val="E5E5E5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Bulle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534924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Champ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5349240"/>
            <a:ext cx="457200" cy="365760"/>
          </a:xfrm>
          <a:prstGeom prst="rect">
            <a:avLst/>
          </a:prstGeom>
          <a:solidFill>
            <a:srgbClr val="E5E5E5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090"/>
                </a:solidFill>
                <a:latin typeface="Calibri"/>
              </a:rPr>
              <a:t>Conversation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822960"/>
            <a:ext cx="274320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955280" y="1005840"/>
            <a:ext cx="25603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1005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Calibri"/>
              </a:rPr>
              <a:t>=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0" y="1005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02020"/>
                </a:solidFill>
                <a:latin typeface="Calibri"/>
              </a:rPr>
              <a:t>Titre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1508760"/>
            <a:ext cx="23774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Champ destinataire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1965960"/>
            <a:ext cx="23774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Champ sujet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2423160"/>
            <a:ext cx="23774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Champ texte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4663440"/>
            <a:ext cx="2377440" cy="411480"/>
          </a:xfrm>
          <a:prstGeom prst="rect">
            <a:avLst/>
          </a:prstGeom>
          <a:solidFill>
            <a:srgbClr val="E5E5E5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5212080"/>
            <a:ext cx="23774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Bouton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090"/>
                </a:solidFill>
                <a:latin typeface="Calibri"/>
              </a:rPr>
              <a:t>Nouveau message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